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196" autoAdjust="0"/>
  </p:normalViewPr>
  <p:slideViewPr>
    <p:cSldViewPr snapToGrid="0" snapToObjects="1">
      <p:cViewPr varScale="1">
        <p:scale>
          <a:sx n="82" d="100"/>
          <a:sy n="82" d="100"/>
        </p:scale>
        <p:origin x="140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SOCIAL MEDIA ENGAGEMENT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F4444"/>
                </a:solidFill>
              </a:rPr>
              <a:t>Little Red Zombies | Power BI Business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Analyze multi-platform social media engagement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Identify best-performing content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Track engagement trends and audience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Provide business recommendations for content optimization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Dashboard Overview</a:t>
            </a:r>
          </a:p>
        </p:txBody>
      </p:sp>
      <p:pic>
        <p:nvPicPr>
          <p:cNvPr id="3" name="Picture 2" descr="powerbi game proje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41336" y="695739"/>
            <a:ext cx="11430000" cy="63379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Instagram drives the highest overall engagement across platforms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Carousel content generates the strongest audience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Consistent posting improves engagement trends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Likes contribute the majority of engagement activity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Video content receives high views but lower engagement quality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Increase carousel and image-based storytelling 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Focus more on Instagram for audience growth 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Maintain consistent posting schedule across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Improve engagement-focused CTAs to increase comments and shares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Use high-performing content themes for future campaigns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F4444"/>
                </a:solidFill>
              </a:rPr>
              <a:t>Social Media Analytics Dashboard for Little Red Zombies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141</Words>
  <Application>Microsoft Office PowerPoint</Application>
  <PresentationFormat>On-screen Show (4:3)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INFANT PRAKASH</cp:lastModifiedBy>
  <cp:revision>2</cp:revision>
  <dcterms:created xsi:type="dcterms:W3CDTF">2013-01-27T09:14:16Z</dcterms:created>
  <dcterms:modified xsi:type="dcterms:W3CDTF">2026-05-17T21:31:40Z</dcterms:modified>
  <cp:category/>
</cp:coreProperties>
</file>